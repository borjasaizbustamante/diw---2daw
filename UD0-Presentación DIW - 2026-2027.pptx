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70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7b4dd04b04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7b4dd04b04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7b4dd04b04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7b4dd04b04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7b4dd04b04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7b4dd04b04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7b4dd04b04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7b4dd04b04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7b4dd04b04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7b4dd04b04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7b4dd04b04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7b4dd04b04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52f5581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652f5581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4014250" y="932550"/>
            <a:ext cx="4540200" cy="22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Diseño de Interfaces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Web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4549000" y="3425500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Borja Saiz Bustamante	</a:t>
            </a:r>
            <a:endParaRPr dirty="0"/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1"/>
          </p:nvPr>
        </p:nvSpPr>
        <p:spPr>
          <a:xfrm>
            <a:off x="4549000" y="379317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infbsaiz@elorrieta-errekamari.com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/>
        </p:nvSpPr>
        <p:spPr>
          <a:xfrm>
            <a:off x="101975" y="1628250"/>
            <a:ext cx="11439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101975" y="1628250"/>
            <a:ext cx="11439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101975" y="1652400"/>
            <a:ext cx="885000" cy="320700"/>
          </a:xfrm>
          <a:prstGeom prst="trapezoid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 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2564475" y="1070950"/>
            <a:ext cx="6431700" cy="24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4+2* horas / semana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Lunes 15:00 a 17:30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Martes  de 18:30 a 21:30* </a:t>
            </a:r>
            <a:r>
              <a:rPr lang="es" sz="11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(Optimización y Estilización Avanzada de Interfaces Web)</a:t>
            </a:r>
            <a:endParaRPr sz="11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indent="-317500"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Jueves de 18:30 a 19:30* </a:t>
            </a:r>
            <a:r>
              <a:rPr lang="es-ES" sz="11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(Optimización y Estilización Avanzada de Interfaces Web)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endParaRPr sz="11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Aula 5.013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/>
        </p:nvSpPr>
        <p:spPr>
          <a:xfrm>
            <a:off x="101975" y="1628250"/>
            <a:ext cx="11439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101975" y="2085450"/>
            <a:ext cx="1143900" cy="320700"/>
          </a:xfrm>
          <a:prstGeom prst="trapezoid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 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2564475" y="944300"/>
            <a:ext cx="5864700" cy="3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1ª Evaluación</a:t>
            </a:r>
            <a:endParaRPr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UD 00 Presentación del módulo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UD 01 Planificación de interfaces gráficas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UD 02 Uso de estilos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2º Evaluación</a:t>
            </a:r>
            <a:endParaRPr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UD 04 Frameworks de diseño (Bootstrap/Tailwind)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UD 05 Sistemas de gestión de contenidos (CMS)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/>
        </p:nvSpPr>
        <p:spPr>
          <a:xfrm>
            <a:off x="101975" y="1628250"/>
            <a:ext cx="11439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101975" y="2466450"/>
            <a:ext cx="1143900" cy="320700"/>
          </a:xfrm>
          <a:prstGeom prst="trapezoid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2564475" y="750400"/>
            <a:ext cx="5864700" cy="4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Las evaluaciones serán calificadas mediante ejercicios, exámenes y trabajos que los/as estudiantes realizarán durante el curso (evaluación continua) y su actitud en el mismo.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nota de la primera evaluación tendrá tres partes: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50% Exámen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40% </a:t>
            </a:r>
            <a:r>
              <a:rPr lang="es-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Reto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10% Entregas *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*El profesor indicará qué ejercicios y trabajos contarán para esta parte de la evaluación.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 deberá obtener una nota </a:t>
            </a:r>
            <a:r>
              <a:rPr lang="es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mínima de 4 en el examen</a:t>
            </a: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para poder hacer media con las otras dos partes.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/>
        </p:nvSpPr>
        <p:spPr>
          <a:xfrm>
            <a:off x="101975" y="1628250"/>
            <a:ext cx="11439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101975" y="2466450"/>
            <a:ext cx="1143900" cy="320700"/>
          </a:xfrm>
          <a:prstGeom prst="trapezoid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2564475" y="750400"/>
            <a:ext cx="5864700" cy="4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 continua</a:t>
            </a:r>
            <a:endParaRPr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1ª Evaluación → Noviembre.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2ª Evaluación → Febrero.</a:t>
            </a:r>
            <a:endParaRPr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 final</a:t>
            </a:r>
            <a:endParaRPr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1ª Final (Convocatoria ordinaria) → Por definir.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2ª Final (Convocatoria extraordinaria) → Por definir.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la 1ª Final, en caso de tener ambas evaluaciones aprobadas la calificación final se calculará con una ponderación de 50%+50%.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 caso de que vaya a la primera final con alguna evaluación suspendida se mantendrá la nota de la evaluación aprobada. 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la 2ª Final se acudirá en cualquiera de los casos con el módulo al completo.</a:t>
            </a:r>
            <a:endParaRPr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/>
        </p:nvSpPr>
        <p:spPr>
          <a:xfrm>
            <a:off x="101975" y="1628250"/>
            <a:ext cx="11439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101975" y="2466450"/>
            <a:ext cx="1143900" cy="320700"/>
          </a:xfrm>
          <a:prstGeom prst="trapezoid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2564475" y="750400"/>
            <a:ext cx="5864700" cy="4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Absentismo</a:t>
            </a:r>
            <a:endParaRPr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Faltas de asistencia durante la evaluación: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 un/a estudiante acumula un 20% de faltas de asistencia a una evaluación, justificadas o no justificadas, perderá el derecho de hacer esa evaluación parcial. Se consideran las dos evaluaciones como independientes y deberá ir a la 1ª Final con al menos esa evaluación.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Faltas de asistencia totales: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 lo que respecta al total de horas del módulo, si el/la alumno/a acumula un 20% del total de las horas, perderá automáticamente el derecho a la evaluación contínua y deberá presentarse a los exámenes finales con la totalidad del módulo.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101975" y="1628250"/>
            <a:ext cx="11439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564475" y="750400"/>
            <a:ext cx="5864700" cy="4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Respeto mutuo</a:t>
            </a:r>
            <a:endParaRPr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Vocabulario: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 se tolerarán faltas de respeto ni lenguaje despectivo e hiriente ni hacia el profesor ni hacia otros/as compañeros/as.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Uso del móvil y/o auriculares: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El móvil deberá estar en todo momento guardado en el bolsillo o mochila, no se podrá usar ni tener sobre la mesa.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Solo se podrá usar auriculares en el tiempo destinado a trabajo individual. Nunca durante explicaciones del profesor ni exámenes. 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Salidas al baño: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 se podrá salvo urgencia máxima salir al baño durante una explicación del profesor y en caso de ser necesario se le informará de esa urgencia.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533</Words>
  <Application>Microsoft Office PowerPoint</Application>
  <PresentationFormat>Presentación en pantalla (16:9)</PresentationFormat>
  <Paragraphs>111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Lato</vt:lpstr>
      <vt:lpstr>Montserrat</vt:lpstr>
      <vt:lpstr>Arial</vt:lpstr>
      <vt:lpstr>Focus</vt:lpstr>
      <vt:lpstr>Diseño de Interfaces  Web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Borja Saiz Bustamante</cp:lastModifiedBy>
  <cp:revision>4</cp:revision>
  <dcterms:modified xsi:type="dcterms:W3CDTF">2026-09-07T09:26:04Z</dcterms:modified>
</cp:coreProperties>
</file>